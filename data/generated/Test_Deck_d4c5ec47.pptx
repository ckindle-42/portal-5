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tests Portal 5 document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Deck</dc:title>
  <dc:subject/>
  <dc:creator>Portal 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